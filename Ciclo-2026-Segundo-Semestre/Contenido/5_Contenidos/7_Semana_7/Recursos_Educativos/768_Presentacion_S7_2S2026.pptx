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7 – 29/08/2026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4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Fundamentos de Algoritmos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7: Algoritmos secuenciales, condicionales y repetitivos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2 asignada hoy 29/08; elaboración hasta el 11/09.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Actividad ponderada: 2 puntos (tipos de datos y estructuras secuenciales).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3: entrega 30/08.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Practicaremos con PSeInt y RAPTOR.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Estructuras secuenciales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Condicional simple, doble y múltiple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Ciclos Mientras, Repetir y Para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Contadores y acumuladores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Ejemplo práctico y actividad (2 pts)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Crea algoritmos para resolver problemas secuenciales, condicionales y repetitivos mediante estructuras de control representadas con pseudocódigo para producir soluciones correctas, legibles y verificables de acuerdo con los resultados esperados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General:</a:t>
            </a:r>
            <a:r>
              <a:rPr b="0" sz="2200">
                <a:solidFill>
                  <a:srgbClr val="000000"/>
                </a:solidFill>
                <a:latin typeface="Open Sans"/>
              </a:rPr>
              <a:t> Analiza problemas computacionales y formula soluciones algorítmicas utilizando pensamiento computacional, pseudocódigo y diagramas de flujo en las tecnologías establecidas para representar el procesamiento y flujo de datos bajo criterios de corrección lógica, claridad y orden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Orden y método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Hábito de estructurar el trabajo de forma secuencial, jerárquica y documentada para garantizar resultados reproducibles.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Descomponer problemas y representarlos de forma estructurada demanda un proceso ordenado y sistemático.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Estructura secuencial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Las instrucciones se ejecutan </a:t>
            </a:r>
            <a:r>
              <a:rPr b="1" sz="2600">
                <a:solidFill>
                  <a:srgbClr val="000000"/>
                </a:solidFill>
                <a:latin typeface="Open Sans"/>
              </a:rPr>
              <a:t>una tras otra</a:t>
            </a:r>
            <a:r>
              <a:rPr b="0" sz="2600">
                <a:solidFill>
                  <a:srgbClr val="000000"/>
                </a:solidFill>
                <a:latin typeface="Open Sans"/>
              </a:rPr>
              <a:t>, en el orden escrito.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Patrón: </a:t>
            </a:r>
            <a:r>
              <a:rPr b="1" sz="2600">
                <a:solidFill>
                  <a:srgbClr val="000000"/>
                </a:solidFill>
                <a:latin typeface="Open Sans"/>
              </a:rPr>
              <a:t>entrada → proceso → salida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En diagrama: Inicio → Leer → Proceso → Escribir → Fin.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Es la base de cualquier algoritmo.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Secuencial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Proceso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Conversion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"Temperatura en °C:"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*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9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5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 °C =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f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 °F"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FinProceso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Secuencial: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entrada → proceso → salida.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Condicional: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decide según una condición lógica.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Segun: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selección múltiple.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Mientras / Repetir / Para: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repetir instrucciones.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Contador y acumulador: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 inicializan antes del ciclo.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Evitar </a:t>
            </a:r>
            <a:r>
              <a:rPr b="1" sz="2600">
                <a:solidFill>
                  <a:srgbClr val="000000"/>
                </a:solidFill>
                <a:latin typeface="Open Sans"/>
              </a:rPr>
              <a:t>ciclos infinitos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Joyanes Aguilar, L. (2008). Fundamentos de programación (4.ª ed.). McGraw-Hill.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Cairó, O. (2005). Metodología de la programación. Alfaomega.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Ayuda de PSeInt: https://pseint.sourceforge.net/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Carlisle, M. RAPTOR: https://raptor.martincarlisle.com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Ejemplo práctico: Tipos de datos y estructura secuencial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5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Pedimos nombre, edad y estatura, mostramos un resumen y calculamos el año de nacimiento aproximado.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Tipos de datos básicos y estructuras secuenciales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15 min  ·  Ponderación: 2 puntos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Ejercicio práctico guiado sobre tipos de datos básicos.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Aprender a construir algoritmos secuenciales.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 (ejemplo práctico, 5 min).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Tipos de datos básicos y estructuras secuenciales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15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«Las tres estructuras de control».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Práctica 2: entrega el 11/09.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Descarga RAPTOR: https://raptor.martincarlisle.com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Condicional simple y doble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Simple: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Si condición Entonces ... FinSi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Doble: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agrega </a:t>
            </a:r>
            <a:r>
              <a:rPr b="1" sz="2600">
                <a:solidFill>
                  <a:srgbClr val="B3261E"/>
                </a:solidFill>
                <a:latin typeface="Consolas"/>
              </a:rPr>
              <a:t>Sino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La condición es una expresión </a:t>
            </a:r>
            <a:r>
              <a:rPr b="1" sz="2600">
                <a:solidFill>
                  <a:srgbClr val="000000"/>
                </a:solidFill>
                <a:latin typeface="Open Sans"/>
              </a:rPr>
              <a:t>lógica</a:t>
            </a:r>
            <a:r>
              <a:rPr b="0" sz="2600">
                <a:solidFill>
                  <a:srgbClr val="000000"/>
                </a:solidFill>
                <a:latin typeface="Open Sans"/>
              </a:rPr>
              <a:t> (Verdadero/Falso).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Representada en el diagrama con un rombo de decisión.</a:t>
            </a:r>
          </a:p>
        </p:txBody>
      </p:sp>
      <p:pic>
        <p:nvPicPr>
          <p:cNvPr id="151" name="Picture 150" descr="f7_condi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0" y="2400000"/>
            <a:ext cx="8900000" cy="56320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Condicional múltiple y anidado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Segun variable Hacer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selecciona entre varios casos.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Los </a:t>
            </a:r>
            <a:r>
              <a:rPr b="1" sz="2600">
                <a:solidFill>
                  <a:srgbClr val="B3261E"/>
                </a:solidFill>
                <a:latin typeface="Consolas"/>
              </a:rPr>
              <a:t>Si</a:t>
            </a:r>
            <a:r>
              <a:rPr b="0" sz="2600">
                <a:solidFill>
                  <a:srgbClr val="000000"/>
                </a:solidFill>
                <a:latin typeface="Open Sans"/>
              </a:rPr>
              <a:t> pueden anidarse (condiciones dentro de condiciones).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Use </a:t>
            </a:r>
            <a:r>
              <a:rPr b="1" sz="2600">
                <a:solidFill>
                  <a:srgbClr val="B3261E"/>
                </a:solidFill>
                <a:latin typeface="Consolas"/>
              </a:rPr>
              <a:t>Y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NO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condiciones compuestas.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Siempre contemple el caso «ninguna de las anteriores».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Segun y compuestas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Segun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opcion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FD971F"/>
                </a:solidFill>
                <a:latin typeface="Consolas"/>
              </a:rPr>
              <a:t>1</a:t>
            </a:r>
            <a:r>
              <a:rPr sz="2150">
                <a:solidFill>
                  <a:srgbClr val="F8F8F2"/>
                </a:solidFill>
                <a:latin typeface="Consolas"/>
              </a:rPr>
              <a:t>: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"Suma"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FD971F"/>
                </a:solidFill>
                <a:latin typeface="Consolas"/>
              </a:rPr>
              <a:t>2</a:t>
            </a:r>
            <a:r>
              <a:rPr sz="2150">
                <a:solidFill>
                  <a:srgbClr val="F8F8F2"/>
                </a:solidFill>
                <a:latin typeface="Consolas"/>
              </a:rPr>
              <a:t>: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"Resta"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F5C26B"/>
                </a:solidFill>
                <a:latin typeface="Consolas"/>
              </a:rPr>
              <a:t>De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Otro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Modo</a:t>
            </a:r>
            <a:r>
              <a:rPr sz="2150">
                <a:solidFill>
                  <a:srgbClr val="F8F8F2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    </a:t>
            </a: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"Opción inválida"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FinSegun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Si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edad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&gt;</a:t>
            </a:r>
            <a:r>
              <a:rPr sz="2150">
                <a:solidFill>
                  <a:srgbClr val="F8F8F2"/>
                </a:solidFill>
                <a:latin typeface="Consolas"/>
              </a:rPr>
              <a:t>=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18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Y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tieneDPI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=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Verdadero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"Puede votar"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FinSi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Ciclos: Mientras, Repetir y Para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Mientras: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evalúa antes; puede no ejecutarse.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Repetir ... Hasta Que: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ejecuta al menos una vez.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Para: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número de repeticiones conocido.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Evite ciclos infinitos: la condición debe cambiar dentro del ciclo.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Ciclos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5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Paso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Mientras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Mientras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&gt;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FinMientras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Repetir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Repetir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clave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Que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clave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1234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Contadores y acumuladores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Contador:</a:t>
            </a:r>
            <a:r>
              <a:rPr b="0" sz="2600">
                <a:solidFill>
                  <a:srgbClr val="000000"/>
                </a:solidFill>
                <a:latin typeface="Open Sans"/>
              </a:rPr>
              <a:t> variable que aumenta de 1 en 1 (</a:t>
            </a:r>
            <a:r>
              <a:rPr b="1" sz="2600">
                <a:solidFill>
                  <a:srgbClr val="B3261E"/>
                </a:solidFill>
                <a:latin typeface="Consolas"/>
              </a:rPr>
              <a:t>cont &lt;- cont + 1</a:t>
            </a:r>
            <a:r>
              <a:rPr b="0" sz="2600">
                <a:solidFill>
                  <a:srgbClr val="000000"/>
                </a:solidFill>
                <a:latin typeface="Open Sans"/>
              </a:rPr>
              <a:t>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Acumulador: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suma valores (</a:t>
            </a:r>
            <a:r>
              <a:rPr b="1" sz="2600">
                <a:solidFill>
                  <a:srgbClr val="B3261E"/>
                </a:solidFill>
                <a:latin typeface="Consolas"/>
              </a:rPr>
              <a:t>suma &lt;- suma + valor</a:t>
            </a:r>
            <a:r>
              <a:rPr b="0" sz="2600">
                <a:solidFill>
                  <a:srgbClr val="000000"/>
                </a:solidFill>
                <a:latin typeface="Open Sans"/>
              </a:rPr>
              <a:t>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Inicializar antes del ciclo (en 0).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Promedio = acumulador / contador.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Promedio con centinela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cont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Repetir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Si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&gt;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cont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cont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Que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Si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cont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&gt;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"Promedio: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cont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